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/Relationships>
</file>

<file path=ppt/notesSlides/notes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pPr/>
            <a:r>
              <a:t>Speaker notes that stay out</a:t>
            </a:r>
          </a:p>
        </p:txBody>
      </p:sp>
    </p:spTree>
  </p:cSld>
</p:sld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pPr/>
            <a:r>
              <a:t>Welcome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pPr/>
            <a:r>
              <a:t>Questions</a:t>
            </a:r>
          </a:p>
          <a:p>
            <a:pPr lvl="1"/>
            <a:r>
              <a:t>Ask away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pPr/>
            <a:r>
              <a:t>The plan</a:t>
            </a:r>
          </a:p>
          <a:p>
            <a:pPr lvl="1"/>
            <a:r>
              <a:t>First step</a:t>
            </a:r>
          </a:p>
          <a:p>
            <a:pPr lvl="1"/>
            <a:r>
              <a:t>Second step</a:t>
            </a:r>
          </a:p>
        </p:txBody>
      </p:sp>
    </p:spTree>
  </p:cSld>
</p:sld>
</file>